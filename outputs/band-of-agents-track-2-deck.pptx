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9f475cbb0e4b9a" /><Relationship Type="http://schemas.openxmlformats.org/officeDocument/2006/relationships/extended-properties" Target="/docProps/app.xml" Id="Rfb220dc430a347eb" /><Relationship Type="http://schemas.openxmlformats.org/officeDocument/2006/relationships/officeDocument" Target="/ppt/presentation.xml" Id="Rf9f0316e716141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f4f5b945a74501"/>
  </p:sldMasterIdLst>
  <p:notesMasterIdLst>
    <p:notesMasterId xmlns:r="http://schemas.openxmlformats.org/officeDocument/2006/relationships" r:id="Ra7f003a84b284532"/>
  </p:notesMasterIdLst>
  <p:sldIdLst>
    <p:sldId xmlns:r="http://schemas.openxmlformats.org/officeDocument/2006/relationships" id="256" r:id="R111f46e5a1084b02"/>
    <p:sldId xmlns:r="http://schemas.openxmlformats.org/officeDocument/2006/relationships" id="257" r:id="Rc50ae5597f954c6a"/>
    <p:sldId xmlns:r="http://schemas.openxmlformats.org/officeDocument/2006/relationships" id="258" r:id="R7f9c92ec050542c7"/>
    <p:sldId xmlns:r="http://schemas.openxmlformats.org/officeDocument/2006/relationships" id="259" r:id="R1ff3fac1a2f64381"/>
    <p:sldId xmlns:r="http://schemas.openxmlformats.org/officeDocument/2006/relationships" id="260" r:id="Rb72fac261f894a44"/>
    <p:sldId xmlns:r="http://schemas.openxmlformats.org/officeDocument/2006/relationships" id="261" r:id="R20e6a16dea1a4a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1621a822c94261" /><Relationship Type="http://schemas.openxmlformats.org/officeDocument/2006/relationships/slideMaster" Target="/ppt/slideMasters/slideMaster1.xml" Id="Rf8f4f5b945a74501" /><Relationship Type="http://schemas.openxmlformats.org/officeDocument/2006/relationships/notesMaster" Target="/ppt/notesMasters/notesMaster1.xml" Id="Ra7f003a84b284532" /><Relationship Type="http://schemas.openxmlformats.org/officeDocument/2006/relationships/presProps" Target="/ppt/presProps.xml" Id="R5e8b236319a94faa" /><Relationship Type="http://schemas.openxmlformats.org/officeDocument/2006/relationships/tableStyles" Target="/ppt/tableStyles.xml" Id="Rf4529cd234bc4932" /><Relationship Type="http://schemas.openxmlformats.org/officeDocument/2006/relationships/slide" Target="/ppt/slides/slide1.xml" Id="R111f46e5a1084b02" /><Relationship Type="http://schemas.openxmlformats.org/officeDocument/2006/relationships/slide" Target="/ppt/slides/slide2.xml" Id="Rc50ae5597f954c6a" /><Relationship Type="http://schemas.openxmlformats.org/officeDocument/2006/relationships/slide" Target="/ppt/slides/slide3.xml" Id="R7f9c92ec050542c7" /><Relationship Type="http://schemas.openxmlformats.org/officeDocument/2006/relationships/slide" Target="/ppt/slides/slide4.xml" Id="R1ff3fac1a2f64381" /><Relationship Type="http://schemas.openxmlformats.org/officeDocument/2006/relationships/slide" Target="/ppt/slides/slide5.xml" Id="Rb72fac261f894a44" /><Relationship Type="http://schemas.openxmlformats.org/officeDocument/2006/relationships/slide" Target="/ppt/slides/slide6.xml" Id="R20e6a16dea1a4a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8144aea29543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dbcf67a2514470" /><Relationship Type="http://schemas.openxmlformats.org/officeDocument/2006/relationships/notesMaster" Target="/ppt/notesMasters/notesMaster1.xml" Id="R647fb1d8a7c349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ef83118b004369" /><Relationship Type="http://schemas.openxmlformats.org/officeDocument/2006/relationships/notesMaster" Target="/ppt/notesMasters/notesMaster1.xml" Id="R081e97c2459a43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21a0057da447f4" /><Relationship Type="http://schemas.openxmlformats.org/officeDocument/2006/relationships/notesMaster" Target="/ppt/notesMasters/notesMaster1.xml" Id="R3129d2d04de141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a5bb3bf2534bc2" /><Relationship Type="http://schemas.openxmlformats.org/officeDocument/2006/relationships/notesMaster" Target="/ppt/notesMasters/notesMaster1.xml" Id="Ra1f3a3c71bbb41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fd00a4821a438e" /><Relationship Type="http://schemas.openxmlformats.org/officeDocument/2006/relationships/notesMaster" Target="/ppt/notesMasters/notesMaster1.xml" Id="R57bfc961f98543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46759ddc154290" /><Relationship Type="http://schemas.openxmlformats.org/officeDocument/2006/relationships/notesMaster" Target="/ppt/notesMasters/notesMaster1.xml" Id="R14743a063deb42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fd8b62e1545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46c19ca8ce445f" /><Relationship Type="http://schemas.openxmlformats.org/officeDocument/2006/relationships/slideLayout" Target="/ppt/slideLayouts/slideLayout1.xml" Id="Rd2e93d040a9d4d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93d040a9d4d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7a272349d43ff" /><Relationship Type="http://schemas.openxmlformats.org/officeDocument/2006/relationships/notesSlide" Target="/ppt/notesSlides/notesSlide1.xml" Id="Rcd5cf14943eb42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9b9bff1044205" /><Relationship Type="http://schemas.openxmlformats.org/officeDocument/2006/relationships/notesSlide" Target="/ppt/notesSlides/notesSlide2.xml" Id="R541aaea824d244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a909782474fb3" /><Relationship Type="http://schemas.openxmlformats.org/officeDocument/2006/relationships/notesSlide" Target="/ppt/notesSlides/notesSlide3.xml" Id="Re29c6f7e9f4941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f0d1cacc5438d" /><Relationship Type="http://schemas.openxmlformats.org/officeDocument/2006/relationships/notesSlide" Target="/ppt/notesSlides/notesSlide4.xml" Id="Ra385cbd5822140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6a87004af4365" /><Relationship Type="http://schemas.openxmlformats.org/officeDocument/2006/relationships/notesSlide" Target="/ppt/notesSlides/notesSlide5.xml" Id="R74057dfa353346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6237a83c34f44" /><Relationship Type="http://schemas.openxmlformats.org/officeDocument/2006/relationships/notesSlide" Target="/ppt/notesSlides/notesSlide6.xml" Id="R4e0766ff91d242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65547-B432-4785-AB1A-F414FCDD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6432F-BA2B-4851-8FD4-62F23D6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BAND OF AGENTS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14335-FFEB-4145-B662-3017AAD0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5334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CIPHER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88242-5940-46AD-9DB9-5C86F100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Track 2: Multi-Agent Software Development</a:t>
            </a:r>
          </a:p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white-light, judge-ready workflow that coordinates agents, keeps context intact, and finishes the job.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34D57-8DAA-4CFC-8E8B-DBCF92ED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E1CC2-0D4F-4F34-995A-2CC40FE4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Live prototype online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08FAF-48DA-4E17-BF42-D459661A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3B0B8-1D18-4DBC-B455-3EEFCAE5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528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Video presentation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CCA96-6AC2-480B-8F76-0863C90D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995D7-D120-4D86-8E98-FFD8B3F5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528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Node API keys per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E4E8C-391C-4ACC-9925-2BC58678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19150"/>
            <a:ext cx="4762500" cy="5334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2DA90-4FC4-4526-993B-A34747D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62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How the workflow feels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52D5D-9A8F-42BE-B564-BDF0CAB1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049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Agents communicate, coordinate, and complete work together.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FB11B-E7B0-4969-8112-152432F2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62150"/>
            <a:ext cx="4114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D8D98-E6FB-4DC4-AD0D-BA4B9A79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48476-7E60-4B60-A546-83B4BDC1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02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FB154-F060-497C-94C9-AAF7F5D6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User 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707E1-42E1-4F31-A263-BCE6745E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Define the task and the target node.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7FB10-E713-42E6-8362-F00CC854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76550"/>
            <a:ext cx="4114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39D19-2221-446E-8606-21B5F804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5ED4B-08D4-4282-B04E-4B21AAD1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AC3D4-B876-478D-B9AE-D809FCA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Planner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5F9CB-81C6-4AE7-ACA9-D31B98F3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Break work into steps and choose the right agents.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23B99-AB27-496E-85FE-9D495ED3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90950"/>
            <a:ext cx="4114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10EBB-A0A5-4CF3-9DD7-AB86A55C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9BEEA-E0BE-4B3E-8778-EC72B79D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E6A9E9-88DE-4BC0-9E6A-C444C8AD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Builder + reviewer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DFD32B-3C00-437C-B8C0-3F1A0E36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Create, verify, and keep the context clean.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94BC47-A2FE-4B8C-ADCD-DF6B0C5E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05350"/>
            <a:ext cx="4114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FE7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60992-D73A-4B87-A307-545BC37C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79036-2EE4-4066-84CD-F567A99B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F9BF10-0E52-4728-86C2-9D409BF3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Deploy + summarize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2AA720-BC34-4A3A-89C0-FB7AABCA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86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Return a result the judge can actually trust.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67553C-976E-407A-A6C5-FAB424F1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5310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C16528-C4CF-4E87-8DCF-E2EDB1EC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800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Built for Track 2 judges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82E99D-EB83-40C9-9CFB-2A33D9E1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5310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36ABB5-4C5D-4CA0-9EB3-8DC8738A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007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Editable, readable, deployable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26BEC4-F5B2-47AF-B99E-B5BEEFDB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 snapshot: lablab live dashboard + guide · accessed 2026-06-19</a:t>
            </a:r>
          </a:p>
        </p:txBody>
      </p:sp>
    </p:spTree>
    <p:extLst>
      <p:ext uri="{BB962C8B-B14F-4D97-AF65-F5344CB8AC3E}">
        <p14:creationId xmlns:p14="http://schemas.microsoft.com/office/powerpoint/2010/main" val="800432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157A8-CFC1-4861-A953-250E73D1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Why multi-agent software development 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83DBA-980A-433E-AE28-BBC73F2D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hardest part is not making one model answer a prompt. It is keeping work coherent while tasks move across planning, coding, review, and deployment.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BB739-B995-4C44-91AA-C663F7C5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4F33F-5EDC-44D7-A3DE-880D1BC8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32402-5526-41DC-B479-4FA2F17C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D33D2-DA80-414C-9303-971397D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431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Context gets fragmented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F0DDF-AC4F-4BC8-9282-EC1E1291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Teams jump between chat, code, notes, and deployment. Important decisions disappear.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FEDD1-CBCB-442F-A11C-CAA39EA5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70FDC-5E9F-4ABE-919E-87034111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6F3AA-6C70-4657-9EE6-FBD13499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2ED67-AEA1-4680-9913-98AC495D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Tool switching slows shipping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CC7D2-D44E-4C97-9423-A4D9FAF6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Every extra handoff adds friction, retries, and more chances to lose the thread.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6B80E-1781-4337-9375-19A3FE19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F4557-12E7-43D9-99E4-6350640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D37E6-D606-4AE3-95EF-A520BEAE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0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781DE-EC78-4EC8-8CBC-3F25289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Coordination is the real moat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8C12C-046A-4CD6-ADA1-B5656AE8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winners are the teams that can keep agents synchronized on one shared plan.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EB17A-1665-44C9-A420-BCD778A7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14500"/>
            <a:ext cx="49149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B0A4A-8A00-4C84-A1FC-BB4FA322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81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Live competition snapshot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8C909-037A-475A-8964-B08D2F62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Track 2 is active and crowded, which makes polish matter.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ABF66-FD6C-4069-97E2-697521F5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15240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1F319-1372-4F94-B9FA-19C75E17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71775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84</a:t>
            </a:r>
          </a:p>
          <a:p xmlns:a="http://schemas.openxmlformats.org/drawingml/2006/main">
            <a:pPr>
              <a:defRPr sz="13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Track 2 submissions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C34B7-6204-4800-ACC5-FD0BF063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15240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5F12D1-C994-46AC-89E1-AD8D9A5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71775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176</a:t>
            </a:r>
          </a:p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Total submissions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8CF49-9F10-41F9-9A7D-0089D254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24150"/>
            <a:ext cx="9525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48205-6414-419C-A7F1-CBE70890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71775"/>
            <a:ext cx="68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Top</a:t>
            </a:r>
          </a:p>
          <a:p xmlns:a="http://schemas.openxmlformats.org/drawingml/2006/main">
            <a:pPr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AE0642-723B-498E-93C9-B361E085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43400"/>
            <a:ext cx="49149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30D27-FD18-435A-B380-44FDD070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this project solves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F7DCC-293C-4EE5-BB37-729756BB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475569"/>
                </a:solidFill>
                <a:latin typeface="Aptos"/>
                <a:ea typeface="Aptos"/>
                <a:cs typeface="Aptos"/>
              </a:rPr>
              <a:t>CIPHER AI gives each step a clear job, keeps the flow visible, and lets the user enter the right API key at the exact node that needs it.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26AA33-EE61-48B0-9A5F-4FC6A343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 snapshot: lablab live dashboard · accessed 2026-06-19</a:t>
            </a:r>
          </a:p>
        </p:txBody>
      </p:sp>
    </p:spTree>
    <p:extLst>
      <p:ext uri="{BB962C8B-B14F-4D97-AF65-F5344CB8AC3E}">
        <p14:creationId xmlns:p14="http://schemas.microsoft.com/office/powerpoint/2010/main" val="1841030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0E7C72-5471-43A4-99DB-E9CD62C3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How CIPHER AI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93237-615B-4F86-B6D1-BB020CF7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One user request turns into a shared plan, specialized work, verification, and a clean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E23CE-CD2F-4416-8ABC-686964F7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812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4DCC9-C533-4D55-B127-D191939E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3841D-7E2F-4265-98A0-F25F0C1E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58008-B549-474A-906E-BEF44E9A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F4AFF-8867-424A-93EE-5D620621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A user enters a task, scope, and the node that needs to 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94C37-3C5C-4D76-B26D-E21F2342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23812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FA211-E107-438C-9898-BE7C1DD8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FB9EF-ACF2-4EDC-857F-3B645D5D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2E78A-23C1-4766-892C-66AAA414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90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98AF7-7920-40A5-A37C-0B7D4E29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planner splits the job into agent-sized steps and context packets.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7E120-8BB0-4CB1-8692-716A3CB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3812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6609C-F93E-4DDF-AAA7-8AA4B21A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A9E7E-82A9-455F-80E0-1C05F0AF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45727-A457-4DCA-84F0-FD72FE44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B94FF-1A83-4609-A015-3C9E3C47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Builders, reviewers, and specialist tools each do their part.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69585-E24B-4D02-AE30-183DCB78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90700"/>
            <a:ext cx="23812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0F3ED-8699-4442-A8DA-C3F47F0A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6A448-C97C-4F5F-B2D4-608681FB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64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C621A-4A8E-48E5-AD5C-3B75CC85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7D51D-C479-4A7B-B621-CF92655B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workflow returns a result, summary, or deployment-ready output.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E7D24-878E-469C-83DE-E7C20523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Node-level API key entry keeps secrets local to the exact task, so the user never has to guess which global setting powers which action.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674B9-A888-4444-81CD-EEB64C52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668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A38C0-84E6-4A8E-ADCA-49C4F2CA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Secure-by-intention flow: each node asks for the exact credential it needs, uses it for the specific task, and then the user can continue without digging through a hidden settings maze.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05D00-0719-46B3-A026-C2919880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4A3B8"/>
                </a:solidFill>
                <a:latin typeface="Aptos"/>
                <a:ea typeface="Aptos"/>
                <a:cs typeface="Aptos"/>
              </a:rPr>
              <a:t>CIPHER AI is designed to keep the user in control of every node that matters.</a:t>
            </a:r>
          </a:p>
        </p:txBody>
      </p:sp>
    </p:spTree>
    <p:extLst>
      <p:ext uri="{BB962C8B-B14F-4D97-AF65-F5344CB8AC3E}">
        <p14:creationId xmlns:p14="http://schemas.microsoft.com/office/powerpoint/2010/main" val="1107755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9A988-92BE-49C4-A735-F185F44E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What the demo shows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A38EB-E95A-49D8-BC29-8EC5EF84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A judge should be able to understand the workflow in seconds and then watch it run without guessing what happens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86B9B-89F4-4C8F-920E-980B45DD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8FF86-A61F-4A0F-BBE7-FD5B8D87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1. Open the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0FC9A-AD7E-40F1-8DB3-AFEC00D8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homepage explains the workflow in a white, readable layout.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28614-BB23-414D-A221-DDC6F2DA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69775-41CA-48FA-B6F8-AAA34C7B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CC1A1-3F33-4CB7-BCB0-98C9C7EA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3F229-D8D5-4916-9EC0-68049418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2. Enter the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626F8-BADF-4262-9DEC-817A4144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user picks the node and supplies the right API key only where needed.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78BB8-3A0B-4D18-B64B-4AA66743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FF725-E8AC-43F2-A7ED-787D877C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A759D-F498-426A-9D57-2F5172C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36418-F2D2-4FE4-894C-B2608B93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3. Watch it execute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776A7-D693-45E0-8E81-D490109A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Agents coordinate, complete the task, and hand back a clean result.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2C252-FEB6-46E5-8D7C-8606E5C1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4AA0F-18EB-463F-ABA8-CE522E6C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C424E-1125-4C3F-92B4-DA72121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5334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AA8D6-2CDB-403A-9F59-D822B15C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Live execution 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BDDBC-B8A7-4D11-BE9E-E5A427E4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475569"/>
                </a:solidFill>
                <a:latin typeface="Aptos"/>
                <a:ea typeface="Aptos"/>
                <a:cs typeface="Aptos"/>
              </a:rPr>
              <a:t>A judge-friendly view of what is happening behind the scenes.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DB036-F4FF-4DA3-9B9F-C4C6137E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6B620-D8F3-4C53-98FC-346EC7A8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71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Webhook received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D0BC02-2CF6-4F28-B44C-611622F1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717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Queued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DFB82-66D2-490E-BC22-4E88EB09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77224-4944-4201-B832-61FF020C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051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Planner decomposed the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9C9D34-E89E-4CAF-8892-CC1D3C5E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05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Running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364DE1-DD0B-490F-97EB-587021E1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AA19F3-125E-4F40-94C0-C89F186C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385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Builder created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0B36D0-27F7-462D-A85A-7369F11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385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748E5A-43CB-464E-B4DE-40502F4F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15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52D5B6-C3C3-4795-8828-CFFD8CEE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719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Reviewer checked the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6558B5-426C-481C-9ADB-56C40E0D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719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93611F-D721-4BD5-943F-F891B857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1B3102-D866-431F-9C31-29001E36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053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Result delivered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A20FB6-5214-43DF-B564-0E6A6350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053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17A61C-98F6-4079-9E36-BBC51C7C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9650"/>
            <a:ext cx="1771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4CE530-15D2-494C-B16F-3FADFFE2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6727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Band + Codeband style orchestration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BC4F66-A974-4E5B-84F9-B217CD9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965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B89F58-8F72-4C99-9497-D2F41AC3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672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User keeps control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9FB939-E0DF-4D98-8EE9-6B6A8C4E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19650"/>
            <a:ext cx="1581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ADFCE2-F016-45FA-9E61-116D931B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672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Readable every step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7FC705-095A-43CA-89F4-6789A65D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demo is intentionally simple so judges can follow it without extra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73633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8EF500-87EC-4A7C-9200-ED52249B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Why judges should score this highly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B5783-1375-4828-A73D-AEE72A73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deck, the live app, and the workflow all point to the same answer: this is a complete hackathon submission, not a concept.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111B8-096F-48A8-8626-578D3C5F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76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CF9D1-EE1A-4099-8222-FEF89F58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5A655-C1C8-46B1-9771-ECA2271C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F71E6-AD8B-42F1-8171-1FD1413E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05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Working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24C2A-3703-4E6B-8B1B-318BC895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475569"/>
                </a:solidFill>
                <a:latin typeface="Aptos"/>
                <a:ea typeface="Aptos"/>
                <a:cs typeface="Aptos"/>
              </a:rPr>
              <a:t>A live URL exists and the site is already deployed for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D2B04-A0DB-4B21-B6C3-A092E037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14500"/>
            <a:ext cx="2476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A828E-D7EC-4A0D-942B-392D1B7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65E1C-1C6B-4314-AC8E-80811AE8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431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32773-8024-4893-9CE1-73B0D6D5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Submission checklist met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2892A-BC0D-4201-8FA9-A785CE83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package includes a presentation, a demo script, and the app itself.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D6F12-2103-40B3-9AE5-4B32E901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476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79804-A5CD-420D-A489-1241567F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37362-AF68-4416-965F-8F33DB45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062A5-EC9A-461B-BC45-84362F6E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Track 2 alignment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52651-3CCB-4913-AF53-A870B3C9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product focuses on a real multi-agent software development workflow.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F0255-0C3A-42EE-A3E9-702A1D22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2476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359D0-3415-436C-AFF8-1AE5F784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7A1D4-E59A-4059-86C2-F9667C99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00795-BB47-41A2-9893-A977DE73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52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Clear user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98E69-82E6-4A4E-8F0B-FEAE7F0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719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>
                <a:solidFill>
                  <a:srgbClr val="475569"/>
                </a:solidFill>
                <a:latin typeface="Aptos"/>
                <a:ea typeface="Aptos"/>
                <a:cs typeface="Aptos"/>
              </a:rPr>
              <a:t>Node-specific API key input makes the system easier to understand and trust.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99D45E-552A-409A-A53B-49FE73EC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62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9C87F-F105-4D28-B19D-B98BC179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the live dashboard says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5D1C1-3886-4152-B7F9-8E0F65A7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241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Aptos"/>
                <a:ea typeface="Aptos"/>
                <a:cs typeface="Aptos"/>
              </a:rPr>
              <a:t>Track 2 is one of the most active categories, so a polished, easy-to-follow submission matters.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95E9B-FFD2-4BB3-8224-49A490AF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12001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B9B732-E31B-4F6B-BD9B-32B33F03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62275"/>
            <a:ext cx="93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84</a:t>
            </a:r>
          </a:p>
          <a:p xmlns:a="http://schemas.openxmlformats.org/drawingml/2006/main">
            <a:pPr>
              <a:defRPr sz="1350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Track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519E9-79C6-4C1A-AA27-AE455F53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12001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27168-22AE-40FE-9036-8875588E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62275"/>
            <a:ext cx="93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176</a:t>
            </a:r>
          </a:p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Total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9FC49C-7695-4855-8238-1C83C90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14650"/>
            <a:ext cx="15240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1F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DA382B-9DCF-4F69-A478-2483703D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62275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Top</a:t>
            </a:r>
          </a:p>
          <a:p xmlns:a="http://schemas.openxmlformats.org/drawingml/2006/main">
            <a:pPr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community vote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A6D243-2C86-400E-BBB8-0EE676F8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4762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383DFD-0744-4E5F-8B9D-2EABA948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475569"/>
                </a:solidFill>
                <a:latin typeface="Aptos"/>
                <a:ea typeface="Aptos"/>
                <a:cs typeface="Aptos"/>
              </a:rPr>
              <a:t>Judges should leave knowing exactly what the product does, how it is used, and why it fits the hackathon better than a vague AI demo.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364223-D6ED-4225-9F19-C6BB9842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 snapshot: lablab live dashboard + guide · accessed 2026-06-19</a:t>
            </a:r>
          </a:p>
        </p:txBody>
      </p:sp>
    </p:spTree>
    <p:extLst>
      <p:ext uri="{BB962C8B-B14F-4D97-AF65-F5344CB8AC3E}">
        <p14:creationId xmlns:p14="http://schemas.microsoft.com/office/powerpoint/2010/main" val="1788424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06133-3EFC-4E47-80FE-29951C0D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Submission kit and final CTA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82281-2BA0-4E9D-95C2-839807BB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Everything a judge needs is in one place: live app, repo, deck, and a clear 3-minute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75819-6D18-434D-89E1-4687646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143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57253-321F-447A-AFEE-70064212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Links to hand over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702AE-7A33-4247-9321-AFBFD09F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Live prototype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https://cipher-app-tau.vercel.app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GitHub</a:t>
            </a:r>
          </a:p>
          <a:p xmlns:a="http://schemas.openxmlformats.org/drawingml/2006/main">
            <a:pPr>
              <a:defRPr sz="1200" b="0">
                <a:solidFill>
                  <a:srgbClr val="0F172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0F172A"/>
                </a:solidFill>
                <a:latin typeface="Aptos Mono"/>
                <a:ea typeface="Aptos Mono"/>
                <a:cs typeface="Aptos Mono"/>
              </a:rPr>
              <a:t>kiaan109/cipher-workflow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4AAFA-1C3D-477D-90C7-59A842AE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E4334-6BC0-4E65-924E-BFCD0042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57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Production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E54C7-D2EE-4BC9-ACB9-9E55DC25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099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9511A-AC08-4B2D-A68A-24B74A8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575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Repo connected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ED5F9-E963-461E-9933-D7268778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995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9AB40-E591-4B79-82D1-DAB29999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575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Deck included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77D11-DA2F-4FD3-A4BC-2927DB4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38300"/>
            <a:ext cx="53340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28435-FE78-430A-A077-BE6CEBBA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3-minute talk track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43877-AE05-4B5B-919F-E0ACA09B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4762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F51BA-7BF4-4779-85D2-67FC2C9D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47925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0:00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1D625-320D-4DF8-AA6F-0BA632F7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37EFB-FD86-4A9B-8264-0093A9C0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2887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the workflow solves and why it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F52BB-52AC-4592-AD57-EE008A28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4762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11300-FDC3-47F5-A814-134132BB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0:30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32E3D-848C-4892-9ED5-D7D7EE46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4322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DDD72-8D30-4E1A-8676-BD21A57C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4322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 why agents need coordination, not just a single prompt.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00B50-1D58-49C6-B7D8-FE144B73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762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EAE06-FDBB-4894-8978-F2F7508D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1:00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5AAC0-53E4-44D5-B585-07531D9B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5757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8E1A7-B594-4DA9-88BB-31BD8B4E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5757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475569"/>
                </a:solidFill>
                <a:latin typeface="Aptos"/>
                <a:ea typeface="Aptos"/>
                <a:cs typeface="Aptos"/>
              </a:rPr>
              <a:t>Run the workflow and point out the node-level API keys.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FFEF80-8302-46E7-9E36-5C2BA00D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4762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EAC3A-3500-4068-9E81-8D4B74C8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2:10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825F5-EE16-4D33-B293-5286D6A7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7192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Why it wins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43D539-25B8-4FE0-988F-420203DA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7192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475569"/>
                </a:solidFill>
                <a:latin typeface="Aptos"/>
                <a:ea typeface="Aptos"/>
                <a:cs typeface="Aptos"/>
              </a:rPr>
              <a:t>Tie the app directly to the hackathon criteria.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3EA11F-9184-435F-89AD-F97989BD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762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01FF6-BF8F-4B51-A9B8-D6E1287D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2:40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13ADB-31BC-4FE9-AC20-EE6DD6A6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8627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EBBA85-51D2-4BF4-AB09-9537D354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8627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475569"/>
                </a:solidFill>
                <a:latin typeface="Aptos"/>
                <a:ea typeface="Aptos"/>
                <a:cs typeface="Aptos"/>
              </a:rPr>
              <a:t>Leave the judges with the live URL and repo.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ED9271-4038-41AF-8BDD-D29371A8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Final line: CIPHER AI turns a noisy multi-agent build into a clear, secure, judge-friendly workflow that feels ready to ship.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72C3C8-648D-4DFD-808E-52CBF801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 snapshot: lablab guide + current deployment state · accessed 2026-06-19</a:t>
            </a:r>
          </a:p>
        </p:txBody>
      </p:sp>
    </p:spTree>
    <p:extLst>
      <p:ext uri="{BB962C8B-B14F-4D97-AF65-F5344CB8AC3E}">
        <p14:creationId xmlns:p14="http://schemas.microsoft.com/office/powerpoint/2010/main" val="867921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2026-06-19T10:14:00.7320000Z</dcterms:created>
  <dcterms:modified xsi:type="dcterms:W3CDTF">2026-06-19T10:14:00.7320000Z</dcterms:modified>
</coreProperties>
</file>